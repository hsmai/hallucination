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비교군 재실험 — 정량 결과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Ours와 동일 조건에서 뽑은 Base · VCD · AVCD · MAD 수치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목표: 논문값 재현이 아니라, Ours를 돌린 것과 똑같은 조건에서 비교군을 측정해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표와 나란히 놓을 수 있는 수치를 만드는 것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VideoLLaMA2-AV · Qwen2.5-Omni-7B  |  CMM 1,200 · AVHBench 3,419  |  RTX 3090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최종 수치표 — 우리값 (논문값)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 배경색 = 논문 대비 재현 정도.  값 형식: 우리 재실험 (MAD 논문 Table 1)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36192"/>
          <a:ext cx="112471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1234440"/>
                <a:gridCol w="1234440"/>
                <a:gridCol w="1371600"/>
                <a:gridCol w="1371600"/>
                <a:gridCol w="1280160"/>
                <a:gridCol w="1280160"/>
                <a:gridCol w="11430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CMM Overall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Vid-Driven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Aud-Driven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AVH Overall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VideoLLaMA2-AV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72.5 (71.8)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 (80.0)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 (68.8)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73.5 (73.5)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 (75.7)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 (79.0)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(77.4)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VCD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(71.3)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 (83.3)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 (74.8)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58.5 (76.4)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69.6 (66.0)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78.5 (74.8)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72.5 (70.4)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AVCD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71.8 (71.8)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 (84.0)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70.5 (71.5)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(75.8)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76.3 (78.3)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 (80.3)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77.2 (79.3)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MAD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67.8 (82.3)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76.0 (84.3)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 (77.5)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 (81.3)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 (79.7)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78.4 (79.1)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 (79.4)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Qwen2.5-Omni-7B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 (64.5)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(72.3)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81.2 (81.3)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 (72.7)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 (73.0)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 (80.7)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75.5 (76.9)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VCD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64.5 (62.5)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 (71.3)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82.2 (84.5)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(72.8)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 (70.3)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(77.1)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69.8 (73.7)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AVCD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70.8 (66.3)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70.8 (72.8)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82.2 (81.0)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 (73.3)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71.4 (75.8)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 (79.7)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74.3 (77.8)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MAD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(76.8)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84.2 (84.3)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 (83.3)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81.0 (81.4)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78.7 (78.7)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 (84.4)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80.7 (81.6)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6035040"/>
            <a:ext cx="274320" cy="274320"/>
          </a:xfrm>
          <a:prstGeom prst="rect">
            <a:avLst/>
          </a:prstGeom>
          <a:solidFill>
            <a:srgbClr val="E8F5E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정합 (±1.5pp) — 제대로 재현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343400" y="6035040"/>
            <a:ext cx="274320" cy="274320"/>
          </a:xfrm>
          <a:prstGeom prst="rect">
            <a:avLst/>
          </a:prstGeom>
          <a:solidFill>
            <a:srgbClr val="FDF3E2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90872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중간격차 (2~4pp) — 재구현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229600" y="6035040"/>
            <a:ext cx="274320" cy="274320"/>
          </a:xfrm>
          <a:prstGeom prst="rect">
            <a:avLst/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77072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대격차 — 입력규약 (CMM 열)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대격차는 VL2 VCD/MAD의 CMM 열에만 집중 — 같은 행의 AVHBench 열은 논문과 정합.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격차의 세 가지 성격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전부 원인 규명 — ‘재현 실패’가 아니라 조건·구현의 차이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703320" cy="4663440"/>
          </a:xfrm>
          <a:prstGeom prst="roundRect">
            <a:avLst>
              <a:gd name="adj" fmla="val 2469"/>
            </a:avLst>
          </a:prstGeom>
          <a:solidFill>
            <a:srgbClr val="E8F5E9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91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정합 (초록)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MAD · 일부 AVCD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논문값과 ±1.5pp.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Base(순수 파이프라인)와 최강 비교군 MAD가 일치 = 재현이 근본적으로 옳음.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Qwen MAD Δ0.4 · VL2 Base Δ0.4.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‘제대로 재현된’ 축.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1688" y="1508760"/>
            <a:ext cx="3703320" cy="4663440"/>
          </a:xfrm>
          <a:prstGeom prst="roundRect">
            <a:avLst>
              <a:gd name="adj" fmla="val 2469"/>
            </a:avLst>
          </a:prstGeom>
          <a:solidFill>
            <a:srgbClr val="FDF3E2"/>
          </a:solidFill>
          <a:ln w="19050">
            <a:solidFill>
              <a:srgbClr val="B779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0288" y="1691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중간격차 (노랑)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90288" y="2194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VCD · Qwen AVCD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0288" y="26974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논문값과 2~4pp.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원 구현이 불완전/비공개(VCD=dead code, AVCD×Qwen=미공개)라 우리가 세부 세팅을 새로 구현.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‘재현’이 아니라 ‘재구현’이므로 차이는 예상 범위.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참고 대조군.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66176" y="1508760"/>
            <a:ext cx="3703320" cy="4663440"/>
          </a:xfrm>
          <a:prstGeom prst="roundRect">
            <a:avLst>
              <a:gd name="adj" fmla="val 2469"/>
            </a:avLst>
          </a:prstGeom>
          <a:solidFill>
            <a:srgbClr val="FBE9E7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94776" y="1691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대격차 (빨강)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94776" y="2194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VL2 VCD/MAD의 CMM 열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94776" y="26974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논문값과 8~20pp (CMM만, AVH는 정합).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Ours와 동일 조건(별도 wav)에서 뽑은 값.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무음 mp4를 넣으면 논문값 재현 가능(원본 코드로 확인).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격차=입력규약. 정확한 입력에선 대조 디코딩이 오히려 해로움 (Ours 우위 부각).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이 수치를 Ours와 나란히 쓸 수 있나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‘논문값 복원’이 아니라 ‘Ours와 동일 조건 측정’이 목표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77840" cy="3017520"/>
          </a:xfrm>
          <a:prstGeom prst="roundRect">
            <a:avLst>
              <a:gd name="adj" fmla="val 3030"/>
            </a:avLst>
          </a:prstGeom>
          <a:solidFill>
            <a:srgbClr val="F4F7F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Ours와 동일 조건 — 3대 증거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동일 환경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241401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3090·선배 conda 복제·같은 체크포인트·greedy·seed 42·yes-no 채점·같은 오디오 규약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8895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Base per-sample 일치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32004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 Base가 선배 Ours(Base)와 샘플 단위 98~99.5% 동일 예측 = 같은 자로 잼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367588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최강 비교군 검증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39867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MAD가 논문값과 Δ0.4pp = 방법 구현 정확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463040"/>
            <a:ext cx="5532120" cy="3017520"/>
          </a:xfrm>
          <a:prstGeom prst="roundRect">
            <a:avLst>
              <a:gd name="adj" fmla="val 303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627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세팅 세부 (전부 게이트 검증 후 확정)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0" y="2103120"/>
            <a:ext cx="5074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벤치: AVHBench 3,419 (MAD 프로토콜) · CMM 1,200 (V/A/L×400)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디코딩: greedy, max_new_tokens=1, seed 42, 모델별 eval suffix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오디오: AVH=muxed / CMM=무음 mp4+별도 wav (Ours와 동일)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하이퍼: MAD γ=2.5 · VCD α=0.5 · AVCD α(AVH 2.5, CMM VL2 2.5/Qwen 0.5)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재구현: VCD-ext·AVCD×Qwen 세부 세팅 신규 구현 (원본 불완전/비공개)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11247120" cy="1463040"/>
          </a:xfrm>
          <a:prstGeom prst="roundRect">
            <a:avLst>
              <a:gd name="adj" fmla="val 6250"/>
            </a:avLst>
          </a:prstGeom>
          <a:solidFill>
            <a:srgbClr val="E8F5E9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표는 논문값 복원본이 아니라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Ours를 돌린 것과 똑같은 조건에서 잰 비교군 수치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다. Base·MAD가 논문과 일치해 조건 동일성이 입증되며, VCD/MAD의 CMM 대격차는 정확한 입력에서 그 방법들이 취약함을 보여준다(무음 mp4면 논문값 재현).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따라서 Ours 행과 직접 비교 가능하다.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2026-07-21T04:30:50Z</dcterms:created>
  <dcterms:modified xsi:type="dcterms:W3CDTF">2026-07-21T04:30:50Z</dcterms:modified>
</cp:coreProperties>
</file>