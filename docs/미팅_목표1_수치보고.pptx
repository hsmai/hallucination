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Omni-Steering 비교군 재실험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정량 결과 보고 — Base · VCD · AVCD · MAD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VideoLLaMA2-AV · Qwen2.5-Omni-7B  ×  CMM(1,200) · AVHBench(3,419)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DB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18,476 예측 — Ours(선배 실측)와 동일 조건에서 재실험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2026-07-20  ·  RTX 3090 24GB (pleiades3)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실험 셋업 — Ours와 동일 조건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세팅은 unified_settings.yaml 단일 소스, 게이트 검증 후 확정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813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1481328"/>
            <a:ext cx="909828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148132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3090 24GB ×1 · conda 2종(선배 env 복제): transformers 4.52.3/torch 2.5.1 (Qwen), 4.42.3/2.2.0 (VL2)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22576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322576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2322576"/>
            <a:ext cx="909828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322576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VideoLLaMA2.1-7B-AV (bf16) · Qwen2.5-Omni-7B (선배 HF 캐시 스냅샷, bf16, talker 미생성)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638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606040" y="3163824"/>
            <a:ext cx="909828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2788920" y="31638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AVHBench full QA 3,419 (VdAH 2,287 + AdVH 1,132, MAD 프로토콜) · CMM 1,200 (V/A/L Dominance × 400)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005072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0507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디코딩·채점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06040" y="4005072"/>
            <a:ext cx="909828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400507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(do_sample=false) · max_new_tokens=1 · seed 42 · 모델별 자체 eval suffix · mad_score 채점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846320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84632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입력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06040" y="4846320"/>
            <a:ext cx="909828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2788920" y="484632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AVH: mp4 muxed 트랙 · CMM: 무음 mp4 + 별도 wav (Ours와 동일 — MAD repo는 무음 트랙 사용, 격차 원인)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687568"/>
            <a:ext cx="196596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68756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06040" y="5687568"/>
            <a:ext cx="9098280" cy="658368"/>
          </a:xfrm>
          <a:prstGeom prst="roundRect">
            <a:avLst>
              <a:gd name="adj" fmla="val 8333"/>
            </a:avLst>
          </a:prstGeom>
          <a:solidFill>
            <a:srgbClr val="F4F7FC"/>
          </a:solidFill>
          <a:ln/>
        </p:spPr>
      </p:sp>
      <p:sp>
        <p:nvSpPr>
          <p:cNvPr id="27" name="Text 25"/>
          <p:cNvSpPr/>
          <p:nvPr/>
        </p:nvSpPr>
        <p:spPr>
          <a:xfrm>
            <a:off x="2788920" y="5687568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γ=2.5 · VCD-ext α=0.5 · AVCD α: AVH 2.5 / CMM VL2 2.5·Qwen 0.5, EAD τ=0.6 (전부 게이트 그리드 확정)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최종 수치표 (비교군 전량 재실험)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% — CMM 3 dominance + Overall / AVHBench 2 task + Overall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960120"/>
                <a:gridCol w="960120"/>
                <a:gridCol w="1097280"/>
                <a:gridCol w="1234440"/>
                <a:gridCol w="1234440"/>
                <a:gridCol w="1234440"/>
                <a:gridCol w="9601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 Overall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Video-Driven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Audio-Driven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AVH Overall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VideoLLaMA2-AV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AVCD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Qwen2.5-Omni-7B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AVCD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978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법: 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표의 Baseline은 선배 Ours(Base) 실측과 전 지표 ±1.4pp 이내로 일치 — Ours 행과 직접 비교 가능한 동일 조건 수치. </a:t>
            </a:r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논문 표(Table 1)와 다른 셀은 다음 장에서 원인별 설명.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신뢰성 검증 — “Ours와 같은 조건” 입증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게이트(200샘플 사전검증) + 전량 실행 이중 확인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7830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지표 전부 목표 정합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 모델 × 7지표, 최대 Δ1.4pp (허용 ±2.0)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88536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</p:sp>
      <p:sp>
        <p:nvSpPr>
          <p:cNvPr id="9" name="Text 7"/>
          <p:cNvSpPr/>
          <p:nvPr/>
        </p:nvSpPr>
        <p:spPr>
          <a:xfrm>
            <a:off x="4288536" y="17830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17136" y="2697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MAD 지표 전부 정합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 81.0 vs 81.4 · AVH 80.7 vs 81.6 — 방법 구현 정확성 입증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74152" y="1600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8074152" y="17830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98~99.5%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02752" y="2697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선배 출력과 per-sample 일치율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02752" y="31546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샘플에서 예측 자체가 일치 (집계 우연 아님)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4단 체계 (신규 구현 구역: AVCD×Qwen 포팅 · AVCD×CMM 이식 · VCD-ext)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7548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수식 단위테스트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(논문 수식 대조)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08960" y="5029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429000" y="4754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47548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로컬 통합테스트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(MockModel 배관)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0" y="5029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355080" y="4754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7548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서버 스모크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(실모델 소량)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961120" y="5029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281160" y="4754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4754880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게이트 수치 대조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(200샘플 vs 목표치)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 논문 표와의 격차 — 원인별 3그룹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56셀 중 32셀 ±2pp 정합 · 격차 셀은 전부 원인 규명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39312" cy="3749040"/>
          </a:xfrm>
          <a:prstGeom prst="roundRect">
            <a:avLst>
              <a:gd name="adj" fmla="val 2010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691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1 · 정합 (32셀)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4088" y="2331720"/>
            <a:ext cx="3246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전체, Qwen MAD 전체, VL2 AVCD, VL2 MAD(AVH) 등 ±2pp 이내.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논문의 Qwen Baseline(64.5/72.3)은 선배 실측(68.8/69.5)과도 다름 — 우리는 선배와 Δ0.2~0.5 일치. “논문과 다름 ≠ 오류”의 직접 증거.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88536" y="1508760"/>
            <a:ext cx="3639312" cy="3749040"/>
          </a:xfrm>
          <a:prstGeom prst="roundRect">
            <a:avLst>
              <a:gd name="adj" fmla="val 2010"/>
            </a:avLst>
          </a:prstGeom>
          <a:solidFill>
            <a:srgbClr val="F4F7FC"/>
          </a:solidFill>
          <a:ln/>
        </p:spPr>
      </p:sp>
      <p:sp>
        <p:nvSpPr>
          <p:cNvPr id="8" name="Text 6"/>
          <p:cNvSpPr/>
          <p:nvPr/>
        </p:nvSpPr>
        <p:spPr>
          <a:xfrm>
            <a:off x="4489704" y="1691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2 · 대격차 — VL2 VCD/MAD × CMM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489704" y="2331720"/>
            <a:ext cx="3246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VCD: 76.4 → 58.5 (−17.9) · MAD: 81.3 → 70.9 (−10.4)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원인: MAD repo는 CMM 오디오로 무음 mp4 트랙을 공급(별도 wav 미사용). 침묵을 들은 대비 디코딩이 점수를 얻는 구조 → 실제 wav(Ours 규약)를 넣으면 이득이 사라지고 역전.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74152" y="1508760"/>
            <a:ext cx="3639312" cy="3749040"/>
          </a:xfrm>
          <a:prstGeom prst="roundRect">
            <a:avLst>
              <a:gd name="adj" fmla="val 2010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1691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3 · 소폭 차이 (±2~4.5pp)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75320" y="2331720"/>
            <a:ext cx="3246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AVCD(원저자 구현 비공개 → 본 프로젝트 신규 포팅, 참고 대조군) · Qwen VCD(원저 α 미공개 — α=2.5는 게이트에서 전조합 붕괴 실측, α=0.5 확정) — 프로토콜·구현 세부 차이 범위.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2 교차 증거 3종: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같은 코드가 함정 없는 AVHBench에선 논문과 정합 (VL2 MAD AVH 78.2 vs 79.4)   ② 같은 코드가 Qwen CMM에선 정합 (VCD 72.1 vs 72.8)   ③ MAD Eq.9 가중치 수식 단위검증 통과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실증 실험 — “그 입력이면 논문 수치가 나온다”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trap_emulation 스위치로 MAD repo식 CMM 입력을 재현해 재실행 (본 결과 무변경, 별도 태그)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repo 입력 재현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wav 무시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무음 mp4 트랙 → audio branch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23360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4F7F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VL2 MAD × CMM 1,200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VL2 VCD × CMM 1,200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1772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코드·동일 하이퍼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방식만 교체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18120" y="24688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BEEE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수치 복원 여부 확인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12480" y="27889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81.3 / VCD 76.4 예상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(우리 교정입력: 70.9 / 58.5)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(실행 중 — 완료 시 기입):   </a:t>
            </a:r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CMM: __ __ . __   ·   VCD CMM: __ __ . __</a:t>
            </a:r>
            <a:pPr indent="0" marL="0">
              <a:lnSpc>
                <a:spcPts val="1900"/>
              </a:lnSpc>
              <a:buNone/>
            </a:pP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B9C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수치에 근접 복원되면 → 격차의 원인이 입력 규약임이 실측으로 종결. 논문 각주 문구: “MAD 논문의 CMM 수치는 무음 mp4 트랙을 오디오로 공급한 설정의 결과로, 교정된 입력에서는 재현되지 않음(재현 실험으로 확인)”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B3A7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표의 지위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383280" y="14630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Ours(선배 실측)와 동일 조건의 통제된 재실험 — Ours 행과 직접 비교 가능. Baseline·Qwen MAD 정합이 그 증거.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670048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B3A7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70048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격차 셀 처리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2670048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VL2 VCD/MAD × CMM에 입력 규약 각주 1줄. 실증 실험 수치로 근거 완결 (금일 완료 예정).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877056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B3A7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77056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부수 발견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3877056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 논문 CMM 수치의 무음 mp4 의존성 — 교정 입력에서는 비교군 이득이 축소되어 Ours의 우위가 더 명확해짐.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5084064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2B3A7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84064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5084064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정성 샘플(fig 세트) 최종 선별 → Language Dominance 개선 아이디어(Evidence Amplification) 검증 결과.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results/runs/tables/main_table.{md,csv} · 전 실행 메타데이터(seed·config_hash) 저장 · 코드 GitHub 커밋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2026-07-20T11:59:32Z</dcterms:created>
  <dcterms:modified xsi:type="dcterms:W3CDTF">2026-07-20T11:59:32Z</dcterms:modified>
</cp:coreProperties>
</file>